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3" r:id="rId1"/>
  </p:sldMasterIdLst>
  <p:notesMasterIdLst>
    <p:notesMasterId r:id="rId16"/>
  </p:notesMasterIdLst>
  <p:sldIdLst>
    <p:sldId id="268" r:id="rId2"/>
    <p:sldId id="258" r:id="rId3"/>
    <p:sldId id="259" r:id="rId4"/>
    <p:sldId id="260" r:id="rId5"/>
    <p:sldId id="261" r:id="rId6"/>
    <p:sldId id="262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59" autoAdjust="0"/>
    <p:restoredTop sz="86477" autoAdjust="0"/>
  </p:normalViewPr>
  <p:slideViewPr>
    <p:cSldViewPr snapToGrid="0">
      <p:cViewPr>
        <p:scale>
          <a:sx n="60" d="100"/>
          <a:sy n="60" d="100"/>
        </p:scale>
        <p:origin x="-606" y="-1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258" y="773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kaj singhal" userId="f1a5b8901749b899" providerId="LiveId" clId="{759B3D54-4E88-402E-BF52-C638A1B66D08}"/>
    <pc:docChg chg="undo custSel addSld delSld modSld sldOrd">
      <pc:chgData name="pankaj singhal" userId="f1a5b8901749b899" providerId="LiveId" clId="{759B3D54-4E88-402E-BF52-C638A1B66D08}" dt="2024-06-06T12:09:42.728" v="1992" actId="27636"/>
      <pc:docMkLst>
        <pc:docMk/>
      </pc:docMkLst>
      <pc:sldChg chg="modSp mod">
        <pc:chgData name="pankaj singhal" userId="f1a5b8901749b899" providerId="LiveId" clId="{759B3D54-4E88-402E-BF52-C638A1B66D08}" dt="2024-06-06T12:07:47.278" v="1992" actId="27636"/>
        <pc:sldMkLst>
          <pc:docMk/>
          <pc:sldMk cId="2107925686" sldId="257"/>
        </pc:sldMkLst>
        <pc:spChg chg="mod">
          <ac:chgData name="pankaj singhal" userId="f1a5b8901749b899" providerId="LiveId" clId="{759B3D54-4E88-402E-BF52-C638A1B66D08}" dt="2024-06-06T12:07:47.278" v="1992" actId="27636"/>
          <ac:spMkLst>
            <pc:docMk/>
            <pc:sldMk cId="2107925686" sldId="257"/>
            <ac:spMk id="2" creationId="{F3E5EFBC-3005-9514-E3C6-6FBE578F251E}"/>
          </ac:spMkLst>
        </pc:spChg>
      </pc:sldChg>
      <pc:sldChg chg="addSp modSp new mod">
        <pc:chgData name="pankaj singhal" userId="f1a5b8901749b899" providerId="LiveId" clId="{759B3D54-4E88-402E-BF52-C638A1B66D08}" dt="2024-06-06T09:07:02.375" v="1866"/>
        <pc:sldMkLst>
          <pc:docMk/>
          <pc:sldMk cId="3937994331" sldId="258"/>
        </pc:sldMkLst>
        <pc:spChg chg="mod">
          <ac:chgData name="pankaj singhal" userId="f1a5b8901749b899" providerId="LiveId" clId="{759B3D54-4E88-402E-BF52-C638A1B66D08}" dt="2024-06-06T09:07:02.375" v="1866"/>
          <ac:spMkLst>
            <pc:docMk/>
            <pc:sldMk cId="3937994331" sldId="258"/>
            <ac:spMk id="2" creationId="{A476A720-92EF-B9F7-DCA2-8A20F9D24987}"/>
          </ac:spMkLst>
        </pc:spChg>
        <pc:spChg chg="mod">
          <ac:chgData name="pankaj singhal" userId="f1a5b8901749b899" providerId="LiveId" clId="{759B3D54-4E88-402E-BF52-C638A1B66D08}" dt="2024-06-06T09:07:02.375" v="1866"/>
          <ac:spMkLst>
            <pc:docMk/>
            <pc:sldMk cId="3937994331" sldId="258"/>
            <ac:spMk id="3" creationId="{92080317-178D-E889-977C-67755FB39E89}"/>
          </ac:spMkLst>
        </pc:spChg>
        <pc:picChg chg="add mod">
          <ac:chgData name="pankaj singhal" userId="f1a5b8901749b899" providerId="LiveId" clId="{759B3D54-4E88-402E-BF52-C638A1B66D08}" dt="2024-06-06T06:14:40.793" v="301" actId="1076"/>
          <ac:picMkLst>
            <pc:docMk/>
            <pc:sldMk cId="3937994331" sldId="258"/>
            <ac:picMk id="4" creationId="{CEB77627-746C-8AE1-FD39-48A95D0E5859}"/>
          </ac:picMkLst>
        </pc:picChg>
      </pc:sldChg>
      <pc:sldChg chg="modSp new mod">
        <pc:chgData name="pankaj singhal" userId="f1a5b8901749b899" providerId="LiveId" clId="{759B3D54-4E88-402E-BF52-C638A1B66D08}" dt="2024-06-06T09:07:02.485" v="1869" actId="27636"/>
        <pc:sldMkLst>
          <pc:docMk/>
          <pc:sldMk cId="2494913357" sldId="259"/>
        </pc:sldMkLst>
        <pc:spChg chg="mod">
          <ac:chgData name="pankaj singhal" userId="f1a5b8901749b899" providerId="LiveId" clId="{759B3D54-4E88-402E-BF52-C638A1B66D08}" dt="2024-06-06T09:07:02.485" v="1869" actId="27636"/>
          <ac:spMkLst>
            <pc:docMk/>
            <pc:sldMk cId="2494913357" sldId="259"/>
            <ac:spMk id="2" creationId="{DC4AD55F-897A-98C0-DE77-C73F759B4485}"/>
          </ac:spMkLst>
        </pc:spChg>
        <pc:spChg chg="mod">
          <ac:chgData name="pankaj singhal" userId="f1a5b8901749b899" providerId="LiveId" clId="{759B3D54-4E88-402E-BF52-C638A1B66D08}" dt="2024-06-06T09:07:02.485" v="1868" actId="27636"/>
          <ac:spMkLst>
            <pc:docMk/>
            <pc:sldMk cId="2494913357" sldId="259"/>
            <ac:spMk id="3" creationId="{83180EA2-E83C-D850-B545-5D2D9128E3E6}"/>
          </ac:spMkLst>
        </pc:spChg>
      </pc:sldChg>
      <pc:sldChg chg="modSp new mod">
        <pc:chgData name="pankaj singhal" userId="f1a5b8901749b899" providerId="LiveId" clId="{759B3D54-4E88-402E-BF52-C638A1B66D08}" dt="2024-06-06T09:05:16.040" v="1852" actId="27636"/>
        <pc:sldMkLst>
          <pc:docMk/>
          <pc:sldMk cId="3744355752" sldId="260"/>
        </pc:sldMkLst>
        <pc:spChg chg="mod">
          <ac:chgData name="pankaj singhal" userId="f1a5b8901749b899" providerId="LiveId" clId="{759B3D54-4E88-402E-BF52-C638A1B66D08}" dt="2024-06-06T09:05:16.040" v="1852" actId="27636"/>
          <ac:spMkLst>
            <pc:docMk/>
            <pc:sldMk cId="3744355752" sldId="260"/>
            <ac:spMk id="2" creationId="{EBA5EA65-19DB-D6EB-68B0-304DA21455A3}"/>
          </ac:spMkLst>
        </pc:spChg>
        <pc:spChg chg="mod">
          <ac:chgData name="pankaj singhal" userId="f1a5b8901749b899" providerId="LiveId" clId="{759B3D54-4E88-402E-BF52-C638A1B66D08}" dt="2024-06-06T09:05:16.040" v="1851" actId="27636"/>
          <ac:spMkLst>
            <pc:docMk/>
            <pc:sldMk cId="3744355752" sldId="260"/>
            <ac:spMk id="3" creationId="{CAAEC952-27C5-8CB2-F4B0-065A77C2E515}"/>
          </ac:spMkLst>
        </pc:spChg>
      </pc:sldChg>
      <pc:sldChg chg="modSp new mod">
        <pc:chgData name="pankaj singhal" userId="f1a5b8901749b899" providerId="LiveId" clId="{759B3D54-4E88-402E-BF52-C638A1B66D08}" dt="2024-06-06T09:07:02.438" v="1867" actId="27636"/>
        <pc:sldMkLst>
          <pc:docMk/>
          <pc:sldMk cId="2453480738" sldId="261"/>
        </pc:sldMkLst>
        <pc:spChg chg="mod">
          <ac:chgData name="pankaj singhal" userId="f1a5b8901749b899" providerId="LiveId" clId="{759B3D54-4E88-402E-BF52-C638A1B66D08}" dt="2024-06-06T09:07:02.375" v="1866"/>
          <ac:spMkLst>
            <pc:docMk/>
            <pc:sldMk cId="2453480738" sldId="261"/>
            <ac:spMk id="2" creationId="{4E6AE4D9-6369-9C31-C6C4-5D581513917F}"/>
          </ac:spMkLst>
        </pc:spChg>
        <pc:spChg chg="mod">
          <ac:chgData name="pankaj singhal" userId="f1a5b8901749b899" providerId="LiveId" clId="{759B3D54-4E88-402E-BF52-C638A1B66D08}" dt="2024-06-06T09:07:02.438" v="1867" actId="27636"/>
          <ac:spMkLst>
            <pc:docMk/>
            <pc:sldMk cId="2453480738" sldId="261"/>
            <ac:spMk id="3" creationId="{CC535D40-E0F0-FE79-B051-D46321F4127F}"/>
          </ac:spMkLst>
        </pc:spChg>
      </pc:sldChg>
      <pc:sldChg chg="addSp modSp new mod">
        <pc:chgData name="pankaj singhal" userId="f1a5b8901749b899" providerId="LiveId" clId="{759B3D54-4E88-402E-BF52-C638A1B66D08}" dt="2024-06-06T09:07:02.375" v="1866"/>
        <pc:sldMkLst>
          <pc:docMk/>
          <pc:sldMk cId="4224689192" sldId="262"/>
        </pc:sldMkLst>
        <pc:spChg chg="mod">
          <ac:chgData name="pankaj singhal" userId="f1a5b8901749b899" providerId="LiveId" clId="{759B3D54-4E88-402E-BF52-C638A1B66D08}" dt="2024-06-06T09:07:02.375" v="1866"/>
          <ac:spMkLst>
            <pc:docMk/>
            <pc:sldMk cId="4224689192" sldId="262"/>
            <ac:spMk id="2" creationId="{11DDC9CA-C831-DAD3-B7DD-92DD92397814}"/>
          </ac:spMkLst>
        </pc:spChg>
        <pc:spChg chg="mod">
          <ac:chgData name="pankaj singhal" userId="f1a5b8901749b899" providerId="LiveId" clId="{759B3D54-4E88-402E-BF52-C638A1B66D08}" dt="2024-06-06T09:07:02.375" v="1866"/>
          <ac:spMkLst>
            <pc:docMk/>
            <pc:sldMk cId="4224689192" sldId="262"/>
            <ac:spMk id="3" creationId="{B11004B4-9C61-024C-3208-DE47C09B1E63}"/>
          </ac:spMkLst>
        </pc:spChg>
        <pc:picChg chg="add mod">
          <ac:chgData name="pankaj singhal" userId="f1a5b8901749b899" providerId="LiveId" clId="{759B3D54-4E88-402E-BF52-C638A1B66D08}" dt="2024-06-06T06:52:01.293" v="976" actId="1076"/>
          <ac:picMkLst>
            <pc:docMk/>
            <pc:sldMk cId="4224689192" sldId="262"/>
            <ac:picMk id="4" creationId="{5D50881B-CFF4-E991-4E05-AD3C53DCBADE}"/>
          </ac:picMkLst>
        </pc:picChg>
      </pc:sldChg>
      <pc:sldChg chg="addSp delSp modSp new del mod">
        <pc:chgData name="pankaj singhal" userId="f1a5b8901749b899" providerId="LiveId" clId="{759B3D54-4E88-402E-BF52-C638A1B66D08}" dt="2024-06-06T07:02:44.097" v="1007" actId="2696"/>
        <pc:sldMkLst>
          <pc:docMk/>
          <pc:sldMk cId="2733554945" sldId="263"/>
        </pc:sldMkLst>
        <pc:spChg chg="mod">
          <ac:chgData name="pankaj singhal" userId="f1a5b8901749b899" providerId="LiveId" clId="{759B3D54-4E88-402E-BF52-C638A1B66D08}" dt="2024-06-06T07:01:55.644" v="1003" actId="20577"/>
          <ac:spMkLst>
            <pc:docMk/>
            <pc:sldMk cId="2733554945" sldId="263"/>
            <ac:spMk id="2" creationId="{456DAE95-675E-84C0-AC1E-1B0F8D84C5D4}"/>
          </ac:spMkLst>
        </pc:spChg>
        <pc:spChg chg="del">
          <ac:chgData name="pankaj singhal" userId="f1a5b8901749b899" providerId="LiveId" clId="{759B3D54-4E88-402E-BF52-C638A1B66D08}" dt="2024-06-06T07:01:58.254" v="1004"/>
          <ac:spMkLst>
            <pc:docMk/>
            <pc:sldMk cId="2733554945" sldId="263"/>
            <ac:spMk id="3" creationId="{49CDCDDE-7201-51B3-8BAD-9D659191C09F}"/>
          </ac:spMkLst>
        </pc:spChg>
        <pc:spChg chg="add mod">
          <ac:chgData name="pankaj singhal" userId="f1a5b8901749b899" providerId="LiveId" clId="{759B3D54-4E88-402E-BF52-C638A1B66D08}" dt="2024-06-06T07:02:14.333" v="1006" actId="20577"/>
          <ac:spMkLst>
            <pc:docMk/>
            <pc:sldMk cId="2733554945" sldId="263"/>
            <ac:spMk id="4" creationId="{69D7D68C-2463-26E7-F94A-A8F76B1FAD7E}"/>
          </ac:spMkLst>
        </pc:spChg>
      </pc:sldChg>
      <pc:sldChg chg="addSp delSp modSp new mod">
        <pc:chgData name="pankaj singhal" userId="f1a5b8901749b899" providerId="LiveId" clId="{759B3D54-4E88-402E-BF52-C638A1B66D08}" dt="2024-06-06T09:05:16.072" v="1853" actId="27636"/>
        <pc:sldMkLst>
          <pc:docMk/>
          <pc:sldMk cId="3448365524" sldId="264"/>
        </pc:sldMkLst>
        <pc:spChg chg="mod">
          <ac:chgData name="pankaj singhal" userId="f1a5b8901749b899" providerId="LiveId" clId="{759B3D54-4E88-402E-BF52-C638A1B66D08}" dt="2024-06-06T09:05:16.072" v="1853" actId="27636"/>
          <ac:spMkLst>
            <pc:docMk/>
            <pc:sldMk cId="3448365524" sldId="264"/>
            <ac:spMk id="2" creationId="{FF7D271B-6EFD-F0FC-051E-DBD46A5963CF}"/>
          </ac:spMkLst>
        </pc:spChg>
        <pc:spChg chg="del mod">
          <ac:chgData name="pankaj singhal" userId="f1a5b8901749b899" providerId="LiveId" clId="{759B3D54-4E88-402E-BF52-C638A1B66D08}" dt="2024-06-06T07:03:52.090" v="1047"/>
          <ac:spMkLst>
            <pc:docMk/>
            <pc:sldMk cId="3448365524" sldId="264"/>
            <ac:spMk id="3" creationId="{6C751C35-3CEE-8A49-C9D8-D57C72574D1F}"/>
          </ac:spMkLst>
        </pc:spChg>
        <pc:spChg chg="add mod">
          <ac:chgData name="pankaj singhal" userId="f1a5b8901749b899" providerId="LiveId" clId="{759B3D54-4E88-402E-BF52-C638A1B66D08}" dt="2024-06-06T07:10:03.855" v="1123" actId="20577"/>
          <ac:spMkLst>
            <pc:docMk/>
            <pc:sldMk cId="3448365524" sldId="264"/>
            <ac:spMk id="4" creationId="{B9B82B4D-B55C-FB00-3EAD-0517D6E072F2}"/>
          </ac:spMkLst>
        </pc:spChg>
      </pc:sldChg>
      <pc:sldChg chg="addSp delSp modSp new mod ord">
        <pc:chgData name="pankaj singhal" userId="f1a5b8901749b899" providerId="LiveId" clId="{759B3D54-4E88-402E-BF52-C638A1B66D08}" dt="2024-06-06T12:07:09.871" v="1970" actId="21"/>
        <pc:sldMkLst>
          <pc:docMk/>
          <pc:sldMk cId="3238757712" sldId="265"/>
        </pc:sldMkLst>
        <pc:spChg chg="mod">
          <ac:chgData name="pankaj singhal" userId="f1a5b8901749b899" providerId="LiveId" clId="{759B3D54-4E88-402E-BF52-C638A1B66D08}" dt="2024-06-06T08:53:56.985" v="1606" actId="20577"/>
          <ac:spMkLst>
            <pc:docMk/>
            <pc:sldMk cId="3238757712" sldId="265"/>
            <ac:spMk id="2" creationId="{4CD7FC1C-9C5E-C018-6B7E-B68A3A56A075}"/>
          </ac:spMkLst>
        </pc:spChg>
        <pc:spChg chg="del">
          <ac:chgData name="pankaj singhal" userId="f1a5b8901749b899" providerId="LiveId" clId="{759B3D54-4E88-402E-BF52-C638A1B66D08}" dt="2024-06-06T12:07:09.871" v="1970" actId="21"/>
          <ac:spMkLst>
            <pc:docMk/>
            <pc:sldMk cId="3238757712" sldId="265"/>
            <ac:spMk id="3" creationId="{BF1EBE8A-17B8-570C-A865-0089F2190FA0}"/>
          </ac:spMkLst>
        </pc:spChg>
        <pc:spChg chg="del mod">
          <ac:chgData name="pankaj singhal" userId="f1a5b8901749b899" providerId="LiveId" clId="{759B3D54-4E88-402E-BF52-C638A1B66D08}" dt="2024-06-06T08:33:51.044" v="1170"/>
          <ac:spMkLst>
            <pc:docMk/>
            <pc:sldMk cId="3238757712" sldId="265"/>
            <ac:spMk id="3" creationId="{EBD2242E-DFD7-98F7-EE55-8459538A00F4}"/>
          </ac:spMkLst>
        </pc:spChg>
        <pc:spChg chg="add mod">
          <ac:chgData name="pankaj singhal" userId="f1a5b8901749b899" providerId="LiveId" clId="{759B3D54-4E88-402E-BF52-C638A1B66D08}" dt="2024-06-06T08:41:25.786" v="1346" actId="14100"/>
          <ac:spMkLst>
            <pc:docMk/>
            <pc:sldMk cId="3238757712" sldId="265"/>
            <ac:spMk id="4" creationId="{789D8752-7193-6536-9428-0AE35FC59F08}"/>
          </ac:spMkLst>
        </pc:spChg>
        <pc:spChg chg="add">
          <ac:chgData name="pankaj singhal" userId="f1a5b8901749b899" providerId="LiveId" clId="{759B3D54-4E88-402E-BF52-C638A1B66D08}" dt="2024-06-06T08:37:11.344" v="1198"/>
          <ac:spMkLst>
            <pc:docMk/>
            <pc:sldMk cId="3238757712" sldId="265"/>
            <ac:spMk id="5" creationId="{1FE7F24B-F289-35D6-2907-B4DE55510111}"/>
          </ac:spMkLst>
        </pc:spChg>
        <pc:spChg chg="add">
          <ac:chgData name="pankaj singhal" userId="f1a5b8901749b899" providerId="LiveId" clId="{759B3D54-4E88-402E-BF52-C638A1B66D08}" dt="2024-06-06T08:38:14.004" v="1207"/>
          <ac:spMkLst>
            <pc:docMk/>
            <pc:sldMk cId="3238757712" sldId="265"/>
            <ac:spMk id="6" creationId="{DA799054-684B-B1A1-A47C-A37CA9FB26CE}"/>
          </ac:spMkLst>
        </pc:spChg>
        <pc:spChg chg="add">
          <ac:chgData name="pankaj singhal" userId="f1a5b8901749b899" providerId="LiveId" clId="{759B3D54-4E88-402E-BF52-C638A1B66D08}" dt="2024-06-06T08:38:29.126" v="1209"/>
          <ac:spMkLst>
            <pc:docMk/>
            <pc:sldMk cId="3238757712" sldId="265"/>
            <ac:spMk id="7" creationId="{9E9CBF79-560F-FFBC-C50E-ABFAB8BF3F3E}"/>
          </ac:spMkLst>
        </pc:spChg>
        <pc:spChg chg="add del mod">
          <ac:chgData name="pankaj singhal" userId="f1a5b8901749b899" providerId="LiveId" clId="{759B3D54-4E88-402E-BF52-C638A1B66D08}" dt="2024-06-06T08:41:29.089" v="1348"/>
          <ac:spMkLst>
            <pc:docMk/>
            <pc:sldMk cId="3238757712" sldId="265"/>
            <ac:spMk id="8" creationId="{13338CE2-1626-621A-92EA-EA6B7A4EBB00}"/>
          </ac:spMkLst>
        </pc:spChg>
        <pc:spChg chg="add del mod">
          <ac:chgData name="pankaj singhal" userId="f1a5b8901749b899" providerId="LiveId" clId="{759B3D54-4E88-402E-BF52-C638A1B66D08}" dt="2024-06-06T08:41:35.315" v="1352"/>
          <ac:spMkLst>
            <pc:docMk/>
            <pc:sldMk cId="3238757712" sldId="265"/>
            <ac:spMk id="9" creationId="{6BF2A975-4B78-ED3E-8918-5FDBF2AF9E0F}"/>
          </ac:spMkLst>
        </pc:spChg>
      </pc:sldChg>
      <pc:sldChg chg="addSp delSp modSp new mod">
        <pc:chgData name="pankaj singhal" userId="f1a5b8901749b899" providerId="LiveId" clId="{759B3D54-4E88-402E-BF52-C638A1B66D08}" dt="2024-06-06T12:06:57.444" v="1969" actId="21"/>
        <pc:sldMkLst>
          <pc:docMk/>
          <pc:sldMk cId="965691687" sldId="266"/>
        </pc:sldMkLst>
        <pc:spChg chg="mod">
          <ac:chgData name="pankaj singhal" userId="f1a5b8901749b899" providerId="LiveId" clId="{759B3D54-4E88-402E-BF52-C638A1B66D08}" dt="2024-06-06T08:46:00.476" v="1504" actId="20577"/>
          <ac:spMkLst>
            <pc:docMk/>
            <pc:sldMk cId="965691687" sldId="266"/>
            <ac:spMk id="2" creationId="{0D7993AD-2DBF-3E7C-00EE-94656EB44F23}"/>
          </ac:spMkLst>
        </pc:spChg>
        <pc:spChg chg="mod">
          <ac:chgData name="pankaj singhal" userId="f1a5b8901749b899" providerId="LiveId" clId="{759B3D54-4E88-402E-BF52-C638A1B66D08}" dt="2024-06-06T08:52:28.631" v="1569" actId="20577"/>
          <ac:spMkLst>
            <pc:docMk/>
            <pc:sldMk cId="965691687" sldId="266"/>
            <ac:spMk id="3" creationId="{C96C4D44-4566-14D2-BD07-A5FD10775F6D}"/>
          </ac:spMkLst>
        </pc:spChg>
        <pc:spChg chg="add mod">
          <ac:chgData name="pankaj singhal" userId="f1a5b8901749b899" providerId="LiveId" clId="{759B3D54-4E88-402E-BF52-C638A1B66D08}" dt="2024-06-06T08:52:36.876" v="1570" actId="1076"/>
          <ac:spMkLst>
            <pc:docMk/>
            <pc:sldMk cId="965691687" sldId="266"/>
            <ac:spMk id="4" creationId="{2FA67FC0-0E46-1C7A-0DA3-7019DA3BB0BB}"/>
          </ac:spMkLst>
        </pc:spChg>
        <pc:spChg chg="add mod">
          <ac:chgData name="pankaj singhal" userId="f1a5b8901749b899" providerId="LiveId" clId="{759B3D54-4E88-402E-BF52-C638A1B66D08}" dt="2024-06-06T08:51:48.592" v="1562" actId="20577"/>
          <ac:spMkLst>
            <pc:docMk/>
            <pc:sldMk cId="965691687" sldId="266"/>
            <ac:spMk id="5" creationId="{DFA17E45-2309-D77F-7FC6-2989F1FE8DD8}"/>
          </ac:spMkLst>
        </pc:spChg>
        <pc:spChg chg="del mod">
          <ac:chgData name="pankaj singhal" userId="f1a5b8901749b899" providerId="LiveId" clId="{759B3D54-4E88-402E-BF52-C638A1B66D08}" dt="2024-06-06T12:06:57.444" v="1969" actId="21"/>
          <ac:spMkLst>
            <pc:docMk/>
            <pc:sldMk cId="965691687" sldId="266"/>
            <ac:spMk id="6" creationId="{C026AD66-5EEE-5E0B-A12B-30339FD8F0A9}"/>
          </ac:spMkLst>
        </pc:spChg>
      </pc:sldChg>
      <pc:sldChg chg="addSp delSp modSp new mod">
        <pc:chgData name="pankaj singhal" userId="f1a5b8901749b899" providerId="LiveId" clId="{759B3D54-4E88-402E-BF52-C638A1B66D08}" dt="2024-06-06T12:07:21.375" v="1971" actId="21"/>
        <pc:sldMkLst>
          <pc:docMk/>
          <pc:sldMk cId="642063331" sldId="267"/>
        </pc:sldMkLst>
        <pc:spChg chg="mod">
          <ac:chgData name="pankaj singhal" userId="f1a5b8901749b899" providerId="LiveId" clId="{759B3D54-4E88-402E-BF52-C638A1B66D08}" dt="2024-06-06T08:58:29.488" v="1759" actId="20577"/>
          <ac:spMkLst>
            <pc:docMk/>
            <pc:sldMk cId="642063331" sldId="267"/>
            <ac:spMk id="2" creationId="{139E72CB-68C7-D0E2-72FF-0F3AF3FA39C5}"/>
          </ac:spMkLst>
        </pc:spChg>
        <pc:spChg chg="mod">
          <ac:chgData name="pankaj singhal" userId="f1a5b8901749b899" providerId="LiveId" clId="{759B3D54-4E88-402E-BF52-C638A1B66D08}" dt="2024-06-06T09:01:04.453" v="1783" actId="20577"/>
          <ac:spMkLst>
            <pc:docMk/>
            <pc:sldMk cId="642063331" sldId="267"/>
            <ac:spMk id="3" creationId="{19A660C5-17D5-0E74-8E1B-C5E390C71294}"/>
          </ac:spMkLst>
        </pc:spChg>
        <pc:spChg chg="add del mod">
          <ac:chgData name="pankaj singhal" userId="f1a5b8901749b899" providerId="LiveId" clId="{759B3D54-4E88-402E-BF52-C638A1B66D08}" dt="2024-06-06T12:07:21.375" v="1971" actId="21"/>
          <ac:spMkLst>
            <pc:docMk/>
            <pc:sldMk cId="642063331" sldId="267"/>
            <ac:spMk id="4" creationId="{99B5FFEC-A6D7-7A90-94DB-EA41DA10D560}"/>
          </ac:spMkLst>
        </pc:spChg>
      </pc:sldChg>
      <pc:sldChg chg="new del">
        <pc:chgData name="pankaj singhal" userId="f1a5b8901749b899" providerId="LiveId" clId="{759B3D54-4E88-402E-BF52-C638A1B66D08}" dt="2024-06-06T09:06:32.853" v="1865" actId="47"/>
        <pc:sldMkLst>
          <pc:docMk/>
          <pc:sldMk cId="276418924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0FCBA-66FB-4214-BF0A-0C808D24675F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0A4BD-28FC-4F1B-AE8E-3A1A07B04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78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00A4BD-28FC-4F1B-AE8E-3A1A07B04A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12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DE79A-0EAD-4BFB-87D6-329A69AE5D30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312-C6F1-424D-AFD6-258077367870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DE79A-0EAD-4BFB-87D6-329A69AE5D30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312-C6F1-424D-AFD6-25807736787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8063251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3492427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7479319" y="4074175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DE79A-0EAD-4BFB-87D6-329A69AE5D30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312-C6F1-424D-AFD6-258077367870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DE79A-0EAD-4BFB-87D6-329A69AE5D30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312-C6F1-424D-AFD6-25807736787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0" y="3429001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1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DE79A-0EAD-4BFB-87D6-329A69AE5D30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312-C6F1-424D-AFD6-258077367870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DE79A-0EAD-4BFB-87D6-329A69AE5D30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312-C6F1-424D-AFD6-258077367870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DE79A-0EAD-4BFB-87D6-329A69AE5D30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312-C6F1-424D-AFD6-258077367870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DE79A-0EAD-4BFB-87D6-329A69AE5D30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312-C6F1-424D-AFD6-25807736787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1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6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4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2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DE79A-0EAD-4BFB-87D6-329A69AE5D30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312-C6F1-424D-AFD6-25807736787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DE79A-0EAD-4BFB-87D6-329A69AE5D30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312-C6F1-424D-AFD6-258077367870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DE79A-0EAD-4BFB-87D6-329A69AE5D30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312-C6F1-424D-AFD6-258077367870}" type="slidenum">
              <a:rPr lang="en-IN" smtClean="0"/>
              <a:t>‹#›</a:t>
            </a:fld>
            <a:endParaRPr lang="en-IN" dirty="0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1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5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47BDE79A-0EAD-4BFB-87D6-329A69AE5D30}" type="datetimeFigureOut">
              <a:rPr lang="en-IN" smtClean="0"/>
              <a:t>20-12-2025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5" y="6250165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1" y="6250164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C7036312-C6F1-424D-AFD6-25807736787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57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4" r:id="rId1"/>
    <p:sldLayoutId id="214748397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2" r:id="rId9"/>
    <p:sldLayoutId id="2147483983" r:id="rId10"/>
    <p:sldLayoutId id="214748398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964" y="3008991"/>
            <a:ext cx="11693236" cy="3629890"/>
          </a:xfrm>
        </p:spPr>
        <p:txBody>
          <a:bodyPr anchor="t"/>
          <a:lstStyle/>
          <a:p>
            <a:pPr marL="0" indent="0" algn="ctr">
              <a:buNone/>
            </a:pPr>
            <a:r>
              <a:rPr lang="en-US" dirty="0">
                <a:latin typeface="Bahnschrift SemiBold Condensed" panose="020B0502040204020203" pitchFamily="34" charset="0"/>
              </a:rPr>
              <a:t>Project file on 	</a:t>
            </a:r>
            <a:br>
              <a:rPr lang="en-US" dirty="0">
                <a:latin typeface="Bahnschrift SemiBold Condensed" panose="020B0502040204020203" pitchFamily="34" charset="0"/>
              </a:rPr>
            </a:br>
            <a:r>
              <a:rPr lang="en-US" dirty="0">
                <a:latin typeface="Bahnschrift SemiBold Condensed" panose="020B0502040204020203" pitchFamily="34" charset="0"/>
              </a:rPr>
              <a:t>	 	 </a:t>
            </a:r>
            <a:r>
              <a:rPr lang="en-US" dirty="0" smtClean="0">
                <a:latin typeface="Bahnschrift SemiBold Condensed" panose="020B0502040204020203" pitchFamily="34" charset="0"/>
              </a:rPr>
              <a:t> </a:t>
            </a:r>
            <a:r>
              <a:rPr lang="en-US" dirty="0">
                <a:latin typeface="Bahnschrift SemiBold Condensed" panose="020B0502040204020203" pitchFamily="34" charset="0"/>
              </a:rPr>
              <a:t>TOPIC- </a:t>
            </a:r>
            <a:r>
              <a:rPr lang="en-US" dirty="0"/>
              <a:t>Learning Management System (LMS)</a:t>
            </a:r>
            <a:r>
              <a:rPr lang="en-US" dirty="0" smtClean="0">
                <a:latin typeface="Bahnschrift SemiBold" pitchFamily="34" charset="0"/>
              </a:rPr>
              <a:t>                                     </a:t>
            </a:r>
            <a:r>
              <a:rPr lang="en-US" dirty="0">
                <a:latin typeface="Bahnschrift SemiBold Condensed" pitchFamily="34" charset="0"/>
              </a:rPr>
              <a:t>	</a:t>
            </a:r>
          </a:p>
          <a:p>
            <a:pPr marL="0" indent="0" algn="ctr">
              <a:buNone/>
            </a:pPr>
            <a:r>
              <a:rPr lang="en-US" b="1" dirty="0">
                <a:latin typeface="Bahnschrift SemiBold Condensed" pitchFamily="34" charset="0"/>
              </a:rPr>
              <a:t>    Subtitle:</a:t>
            </a:r>
            <a:r>
              <a:rPr lang="en-US" dirty="0">
                <a:latin typeface="Bahnschrift SemiBold Condensed" pitchFamily="34" charset="0"/>
              </a:rPr>
              <a:t> </a:t>
            </a:r>
            <a:r>
              <a:rPr lang="en-US" b="1" dirty="0"/>
              <a:t>A Digital Academic Management Platform</a:t>
            </a:r>
            <a:endParaRPr lang="en-US" b="1" dirty="0">
              <a:latin typeface="Bahnschrift SemiBold Condensed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Bahnschrift SemiBold Condensed" pitchFamily="34" charset="0"/>
              </a:rPr>
              <a:t>Batch: 2024-2026 (MCA </a:t>
            </a:r>
            <a:r>
              <a:rPr lang="en-US" dirty="0" smtClean="0">
                <a:latin typeface="Bahnschrift SemiBold Condensed" pitchFamily="34" charset="0"/>
              </a:rPr>
              <a:t>4th</a:t>
            </a:r>
            <a:r>
              <a:rPr lang="en-US" dirty="0" smtClean="0">
                <a:latin typeface="Bahnschrift SemiBold Condensed" pitchFamily="34" charset="0"/>
              </a:rPr>
              <a:t> </a:t>
            </a:r>
            <a:r>
              <a:rPr lang="en-US" dirty="0">
                <a:latin typeface="Bahnschrift SemiBold Condensed" pitchFamily="34" charset="0"/>
              </a:rPr>
              <a:t>semester)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63" y="110359"/>
            <a:ext cx="11882423" cy="6589986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436" y="252248"/>
            <a:ext cx="2852737" cy="2627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193964" y="521017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Submitted To:</a:t>
            </a:r>
          </a:p>
          <a:p>
            <a:r>
              <a:rPr lang="en-IN" dirty="0" err="1" smtClean="0"/>
              <a:t>Mr.</a:t>
            </a:r>
            <a:r>
              <a:rPr lang="en-IN" dirty="0" smtClean="0"/>
              <a:t> </a:t>
            </a:r>
            <a:r>
              <a:rPr lang="en-IN" dirty="0" err="1" smtClean="0"/>
              <a:t>Saytam</a:t>
            </a:r>
            <a:r>
              <a:rPr lang="en-IN" dirty="0" smtClean="0"/>
              <a:t> Kumar</a:t>
            </a:r>
            <a:endParaRPr lang="en-IN" dirty="0"/>
          </a:p>
          <a:p>
            <a:r>
              <a:rPr lang="en-IN" dirty="0"/>
              <a:t>Assistant professor</a:t>
            </a:r>
          </a:p>
          <a:p>
            <a:r>
              <a:rPr lang="en-IN" dirty="0"/>
              <a:t>GLA UNIVERSITY CDOE</a:t>
            </a:r>
          </a:p>
        </p:txBody>
      </p:sp>
      <p:sp>
        <p:nvSpPr>
          <p:cNvPr id="9" name="Rectangle 8"/>
          <p:cNvSpPr/>
          <p:nvPr/>
        </p:nvSpPr>
        <p:spPr>
          <a:xfrm>
            <a:off x="7803932" y="5071674"/>
            <a:ext cx="427245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Submitted By:</a:t>
            </a:r>
          </a:p>
          <a:p>
            <a:pPr algn="just"/>
            <a:r>
              <a:rPr lang="en-US" dirty="0"/>
              <a:t>Name:</a:t>
            </a:r>
            <a:r>
              <a:rPr lang="en-IN" dirty="0"/>
              <a:t> Vijay Kumar Thakur</a:t>
            </a:r>
          </a:p>
          <a:p>
            <a:pPr algn="just"/>
            <a:r>
              <a:rPr lang="en-IN" dirty="0"/>
              <a:t>Mobile </a:t>
            </a:r>
            <a:r>
              <a:rPr lang="en-IN" dirty="0" err="1"/>
              <a:t>Num</a:t>
            </a:r>
            <a:r>
              <a:rPr lang="en-IN" dirty="0"/>
              <a:t> 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8298385287</a:t>
            </a:r>
          </a:p>
          <a:p>
            <a:pPr algn="just"/>
            <a:r>
              <a:rPr lang="en-IN" dirty="0"/>
              <a:t>Email-Id :</a:t>
            </a:r>
            <a:r>
              <a:rPr lang="en-IN" sz="1600" u="sng" dirty="0">
                <a:solidFill>
                  <a:schemeClr val="accent5">
                    <a:lumMod val="75000"/>
                  </a:schemeClr>
                </a:solidFill>
              </a:rPr>
              <a:t>vijaykumarthakur106@gmail.com</a:t>
            </a:r>
            <a:r>
              <a:rPr lang="en-IN" sz="1600" dirty="0"/>
              <a:t> </a:t>
            </a:r>
          </a:p>
          <a:p>
            <a:pPr algn="just"/>
            <a:r>
              <a:rPr lang="en-IN" dirty="0"/>
              <a:t>Date: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21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Dec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2025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638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2080317-178D-E889-977C-67755FB39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247" y="2328625"/>
            <a:ext cx="10869642" cy="4939278"/>
          </a:xfrm>
        </p:spPr>
        <p:txBody>
          <a:bodyPr numCol="3"/>
          <a:lstStyle/>
          <a:p>
            <a:r>
              <a:rPr lang="en-US" dirty="0"/>
              <a:t>A Learning Management System (LMS) is a web-based platform</a:t>
            </a:r>
          </a:p>
          <a:p>
            <a:r>
              <a:rPr lang="en-US" dirty="0"/>
              <a:t>It enables digital delivery of academic content</a:t>
            </a:r>
          </a:p>
          <a:p>
            <a:r>
              <a:rPr lang="en-US" dirty="0"/>
              <a:t>Supports students, faculty, and administrators</a:t>
            </a:r>
          </a:p>
          <a:p>
            <a:r>
              <a:rPr lang="en-US" dirty="0"/>
              <a:t>Improves efficiency and accessibility in education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476A720-92EF-B9F7-DCA2-8A20F9D24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Introduction</a:t>
            </a:r>
            <a:endParaRPr lang="en-IN" b="1" dirty="0">
              <a:latin typeface="Bahnschrift Semi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99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3180EA2-E83C-D850-B545-5D2D9128E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739"/>
            <a:ext cx="10515600" cy="5357812"/>
          </a:xfrm>
        </p:spPr>
        <p:txBody>
          <a:bodyPr>
            <a:normAutofit/>
          </a:bodyPr>
          <a:lstStyle/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r>
              <a:rPr lang="en-US" dirty="0"/>
              <a:t>To develop a secure online learning platform</a:t>
            </a:r>
          </a:p>
          <a:p>
            <a:r>
              <a:rPr lang="en-US" dirty="0"/>
              <a:t>To manage academic programs digitally</a:t>
            </a:r>
          </a:p>
          <a:p>
            <a:r>
              <a:rPr lang="en-US" dirty="0"/>
              <a:t>To provide role-based system access</a:t>
            </a:r>
          </a:p>
          <a:p>
            <a:r>
              <a:rPr lang="en-US" dirty="0"/>
              <a:t>To improve student–faculty interaction</a:t>
            </a:r>
          </a:p>
          <a:p>
            <a:pPr marL="0" indent="0">
              <a:buNone/>
            </a:pPr>
            <a:endParaRPr lang="en-US" b="0" i="0" dirty="0">
              <a:solidFill>
                <a:srgbClr val="2D2D2D"/>
              </a:solidFill>
              <a:effectLst/>
              <a:latin typeface="Indeed Sa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4AD55F-897A-98C0-DE77-C73F759B4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Objectives of the Project</a:t>
            </a:r>
            <a:endParaRPr lang="en-IN" dirty="0">
              <a:latin typeface="Bahnschrift Semi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91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AAEC952-27C5-8CB2-F4B0-065A77C2E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06" y="2544459"/>
            <a:ext cx="10515600" cy="528854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 smtClean="0"/>
          </a:p>
          <a:p>
            <a:r>
              <a:rPr lang="en-US" dirty="0"/>
              <a:t>Traditional education systems are time-consuming</a:t>
            </a:r>
          </a:p>
          <a:p>
            <a:r>
              <a:rPr lang="en-US" dirty="0"/>
              <a:t>Manual record management is inefficient</a:t>
            </a:r>
          </a:p>
          <a:p>
            <a:r>
              <a:rPr lang="en-US" dirty="0"/>
              <a:t>Lack of centralized communication</a:t>
            </a:r>
          </a:p>
          <a:p>
            <a:r>
              <a:rPr lang="en-US" dirty="0"/>
              <a:t>Limited access to academic resources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EBA5EA65-19DB-D6EB-68B0-304DA2145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88" y="365126"/>
            <a:ext cx="11701462" cy="1075748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4435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C535D40-E0F0-FE79-B051-D46321F41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373" y="2483786"/>
            <a:ext cx="10515600" cy="5691620"/>
          </a:xfrm>
        </p:spPr>
        <p:txBody>
          <a:bodyPr>
            <a:normAutofit/>
          </a:bodyPr>
          <a:lstStyle/>
          <a:p>
            <a:r>
              <a:rPr lang="en-US" dirty="0"/>
              <a:t>Issue and query submission</a:t>
            </a:r>
          </a:p>
          <a:p>
            <a:r>
              <a:rPr lang="en-US" dirty="0"/>
              <a:t>Status tracking</a:t>
            </a:r>
          </a:p>
          <a:p>
            <a:r>
              <a:rPr lang="en-US" dirty="0"/>
              <a:t>Faster resolution</a:t>
            </a:r>
          </a:p>
          <a:p>
            <a:r>
              <a:rPr lang="en-US" dirty="0"/>
              <a:t>Improved user experience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6AE4D9-6369-9C31-C6C4-5D5815139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Support System</a:t>
            </a:r>
          </a:p>
        </p:txBody>
      </p:sp>
    </p:spTree>
    <p:extLst>
      <p:ext uri="{BB962C8B-B14F-4D97-AF65-F5344CB8AC3E}">
        <p14:creationId xmlns:p14="http://schemas.microsoft.com/office/powerpoint/2010/main" val="245348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1004B4-9C61-024C-3208-DE47C09B1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69" y="2506662"/>
            <a:ext cx="10845800" cy="4351338"/>
          </a:xfrm>
        </p:spPr>
        <p:txBody>
          <a:bodyPr numCol="2">
            <a:normAutofit/>
          </a:bodyPr>
          <a:lstStyle/>
          <a:p>
            <a:r>
              <a:rPr lang="en-US" dirty="0"/>
              <a:t>Fully web-based LMS</a:t>
            </a:r>
          </a:p>
          <a:p>
            <a:r>
              <a:rPr lang="en-US" dirty="0"/>
              <a:t>Centralized academic data</a:t>
            </a:r>
          </a:p>
          <a:p>
            <a:r>
              <a:rPr lang="en-US" dirty="0"/>
              <a:t>Secure and real-time access</a:t>
            </a:r>
          </a:p>
          <a:p>
            <a:r>
              <a:rPr lang="en-US" dirty="0"/>
              <a:t>Scalable and user-friendly system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1DDC9CA-C831-DAD3-B7DD-92DD9239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72729"/>
          </a:xfrm>
        </p:spPr>
        <p:txBody>
          <a:bodyPr>
            <a:normAutofit/>
          </a:bodyPr>
          <a:lstStyle/>
          <a:p>
            <a:r>
              <a:rPr lang="en-US" dirty="0"/>
              <a:t>Proposed System</a:t>
            </a:r>
            <a:endParaRPr lang="en-IN" b="1" dirty="0">
              <a:latin typeface="Bahnschrift Semi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689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6636" y="1576242"/>
            <a:ext cx="10515600" cy="5115503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Issue and query submission</a:t>
            </a:r>
          </a:p>
          <a:p>
            <a:r>
              <a:rPr lang="en-US" dirty="0"/>
              <a:t>Status tracking</a:t>
            </a:r>
          </a:p>
          <a:p>
            <a:r>
              <a:rPr lang="en-US" dirty="0"/>
              <a:t>Faster resolution</a:t>
            </a:r>
          </a:p>
          <a:p>
            <a:r>
              <a:rPr lang="en-US" dirty="0"/>
              <a:t>Improved user experience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09" y="212725"/>
            <a:ext cx="10515600" cy="1325563"/>
          </a:xfrm>
        </p:spPr>
        <p:txBody>
          <a:bodyPr/>
          <a:lstStyle/>
          <a:p>
            <a:r>
              <a:rPr lang="en-US" dirty="0"/>
              <a:t>Support System</a:t>
            </a:r>
            <a:endParaRPr lang="en-US" dirty="0">
              <a:latin typeface="Bahnschrift Semi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96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7018"/>
            <a:ext cx="11333018" cy="4749945"/>
          </a:xfrm>
        </p:spPr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 smtClean="0"/>
          </a:p>
          <a:p>
            <a:r>
              <a:rPr lang="en-US" dirty="0"/>
              <a:t>Time-efficient system</a:t>
            </a:r>
          </a:p>
          <a:p>
            <a:r>
              <a:rPr lang="en-US" dirty="0"/>
              <a:t>Paperless operations</a:t>
            </a:r>
          </a:p>
          <a:p>
            <a:r>
              <a:rPr lang="en-US" dirty="0"/>
              <a:t>Secure and reliable</a:t>
            </a:r>
          </a:p>
          <a:p>
            <a:r>
              <a:rPr lang="en-US" dirty="0"/>
              <a:t>Accessible from anywhere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82" y="185017"/>
            <a:ext cx="10515600" cy="1228148"/>
          </a:xfrm>
        </p:spPr>
        <p:txBody>
          <a:bodyPr/>
          <a:lstStyle/>
          <a:p>
            <a:r>
              <a:rPr lang="en-US" dirty="0"/>
              <a:t>Advantages of LMS</a:t>
            </a:r>
            <a:endParaRPr lang="en-US" dirty="0">
              <a:latin typeface="Bahnschrift Semi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9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281" y="2737467"/>
            <a:ext cx="11227438" cy="3584505"/>
          </a:xfrm>
        </p:spPr>
        <p:txBody>
          <a:bodyPr>
            <a:normAutofit/>
          </a:bodyPr>
          <a:lstStyle/>
          <a:p>
            <a:r>
              <a:rPr lang="en-US" dirty="0"/>
              <a:t>Client-side Web Interface</a:t>
            </a:r>
          </a:p>
          <a:p>
            <a:r>
              <a:rPr lang="en-US" dirty="0"/>
              <a:t>Firebase Authentication</a:t>
            </a:r>
          </a:p>
          <a:p>
            <a:r>
              <a:rPr lang="en-US" dirty="0" err="1"/>
              <a:t>Firestore</a:t>
            </a:r>
            <a:r>
              <a:rPr lang="en-US" dirty="0"/>
              <a:t> Database</a:t>
            </a:r>
          </a:p>
          <a:p>
            <a:r>
              <a:rPr lang="en-US" dirty="0"/>
              <a:t>Role-based Access Control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965"/>
            <a:ext cx="10515600" cy="1343890"/>
          </a:xfrm>
        </p:spPr>
        <p:txBody>
          <a:bodyPr/>
          <a:lstStyle/>
          <a:p>
            <a:r>
              <a:rPr lang="en-US" dirty="0"/>
              <a:t>System Architecture</a:t>
            </a:r>
            <a:endParaRPr lang="en-US" dirty="0">
              <a:latin typeface="Bahnschrift Semi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60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Administrator</a:t>
            </a:r>
          </a:p>
          <a:p>
            <a:r>
              <a:rPr lang="en-US" dirty="0"/>
              <a:t>Sub-Administrator</a:t>
            </a:r>
          </a:p>
          <a:p>
            <a:r>
              <a:rPr lang="en-US" dirty="0"/>
              <a:t>Faculty</a:t>
            </a:r>
          </a:p>
          <a:p>
            <a:r>
              <a:rPr lang="en-US" dirty="0"/>
              <a:t>Student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Roles</a:t>
            </a:r>
            <a:endParaRPr lang="en-US" dirty="0">
              <a:latin typeface="Bahnschrift Semi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876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Course-wise structure</a:t>
            </a:r>
          </a:p>
          <a:p>
            <a:r>
              <a:rPr lang="en-US" dirty="0"/>
              <a:t>Semester and unit management</a:t>
            </a:r>
          </a:p>
          <a:p>
            <a:r>
              <a:rPr lang="en-US" dirty="0"/>
              <a:t>Digital content integration</a:t>
            </a:r>
          </a:p>
          <a:p>
            <a:r>
              <a:rPr lang="en-US" dirty="0"/>
              <a:t>Easy navigation and access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Management</a:t>
            </a:r>
            <a:endParaRPr lang="en-US" dirty="0">
              <a:latin typeface="Bahnschrift Semi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242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0412" y="2454750"/>
            <a:ext cx="9877777" cy="3450696"/>
          </a:xfrm>
        </p:spPr>
        <p:txBody>
          <a:bodyPr>
            <a:normAutofit/>
          </a:bodyPr>
          <a:lstStyle/>
          <a:p>
            <a:r>
              <a:rPr lang="en-US" sz="3000" dirty="0"/>
              <a:t>Mobile application integration</a:t>
            </a:r>
          </a:p>
          <a:p>
            <a:r>
              <a:rPr lang="en-US" sz="3000" dirty="0"/>
              <a:t>Live class and video conferencing</a:t>
            </a:r>
          </a:p>
          <a:p>
            <a:r>
              <a:rPr lang="en-US" sz="3000" dirty="0"/>
              <a:t>AI-based performance analysis</a:t>
            </a:r>
          </a:p>
          <a:p>
            <a:r>
              <a:rPr lang="en-US" sz="3000" dirty="0"/>
              <a:t>Online certification system</a:t>
            </a:r>
          </a:p>
          <a:p>
            <a:pPr marL="0" indent="0">
              <a:buNone/>
            </a:pPr>
            <a:endParaRPr lang="en-US" sz="5500" b="1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593835" y="511748"/>
            <a:ext cx="10972800" cy="1252728"/>
          </a:xfrm>
        </p:spPr>
        <p:txBody>
          <a:bodyPr>
            <a:normAutofit fontScale="90000"/>
          </a:bodyPr>
          <a:lstStyle/>
          <a:p>
            <a:r>
              <a:rPr lang="en-US" dirty="0"/>
              <a:t>Future Enhancements</a:t>
            </a:r>
            <a:r>
              <a:rPr lang="en-US" sz="5400" b="1" dirty="0"/>
              <a:t/>
            </a:r>
            <a:br>
              <a:rPr lang="en-US" sz="5400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827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LMS provides a complete digital learning solution</a:t>
            </a:r>
          </a:p>
          <a:p>
            <a:r>
              <a:rPr lang="en-US" dirty="0"/>
              <a:t>Enhances academic efficiency</a:t>
            </a:r>
          </a:p>
          <a:p>
            <a:r>
              <a:rPr lang="en-US" dirty="0"/>
              <a:t>Improves accessibility and management</a:t>
            </a:r>
          </a:p>
          <a:p>
            <a:r>
              <a:rPr lang="en-US" dirty="0"/>
              <a:t>Supports modern education systems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566225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04648" y="2892342"/>
            <a:ext cx="10972800" cy="1252728"/>
          </a:xfrm>
        </p:spPr>
        <p:txBody>
          <a:bodyPr>
            <a:normAutofit/>
          </a:bodyPr>
          <a:lstStyle/>
          <a:p>
            <a:r>
              <a:rPr lang="en-US" sz="5100" b="1" dirty="0" smtClean="0">
                <a:solidFill>
                  <a:srgbClr val="002060"/>
                </a:solidFill>
              </a:rPr>
              <a:t>THANK YOU</a:t>
            </a:r>
            <a:endParaRPr lang="en-US" sz="51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1489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290</TotalTime>
  <Words>240</Words>
  <Application>Microsoft Office PowerPoint</Application>
  <PresentationFormat>Custom</PresentationFormat>
  <Paragraphs>85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Waveform</vt:lpstr>
      <vt:lpstr>.</vt:lpstr>
      <vt:lpstr>Introduction</vt:lpstr>
      <vt:lpstr>Objectives of the Project</vt:lpstr>
      <vt:lpstr>Problem Statement</vt:lpstr>
      <vt:lpstr>Support System</vt:lpstr>
      <vt:lpstr>Proposed System</vt:lpstr>
      <vt:lpstr>Support System</vt:lpstr>
      <vt:lpstr>Advantages of LMS</vt:lpstr>
      <vt:lpstr>System Architecture</vt:lpstr>
      <vt:lpstr>User Roles</vt:lpstr>
      <vt:lpstr>Program Management</vt:lpstr>
      <vt:lpstr>Future Enhancements 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file  on  COMPUTER ORGANIZATION TOPIC- MICRO AND MACRO COMPUTERS       MCA/1-YEAR/ 1 SEMESTER</dc:title>
  <dc:creator>Admin</dc:creator>
  <cp:lastModifiedBy>DELL</cp:lastModifiedBy>
  <cp:revision>32</cp:revision>
  <dcterms:created xsi:type="dcterms:W3CDTF">2024-06-08T06:18:48Z</dcterms:created>
  <dcterms:modified xsi:type="dcterms:W3CDTF">2025-12-20T10:13:56Z</dcterms:modified>
</cp:coreProperties>
</file>